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c0bf7fd-e5ce-04f2-1136-72826db997fd}">
          <p14:sldIdLst>
            <p14:sldId id="256"/>
            <p14:sldId id="257"/>
            <p14:sldId id="258"/>
          </p14:sldIdLst>
        </p14:section>
        <p14:section name="La solución" id="{bd70f757-2baf-ef6e-37b2-9e7fbdcb8929}">
          <p14:sldIdLst>
            <p14:sldId id="259"/>
            <p14:sldId id="260"/>
            <p14:sldId id="261"/>
            <p14:sldId id="262"/>
          </p14:sldIdLst>
        </p14:section>
        <p14:section name="Cómo está hecho" id="{2b619c9f-ffe0-5b47-b303-64153ab6af79}">
          <p14:sldIdLst>
            <p14:sldId id="263"/>
            <p14:sldId id="264"/>
            <p14:sldId id="265"/>
            <p14:sldId id="266"/>
          </p14:sldIdLst>
        </p14:section>
        <p14:section name="Cierre" id="{922d0b1e-3104-3d3f-3517-807a4bb81599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En 15 minutos les mostraré cómo pasamos del registro manual de visitantes a un sistema digital: el visitante se registra desde su celular, recibe un pase con código QR y recepción lo valida al llegar. Al final hay una demo en vivo y una petición concreta a Dirección.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el proceso depende de una libreta o de la memoria de recepción. Esto genera cuatro problemas: no sabemos quién viene, no podemos comprobar una visita, no tenemos datos para planear, y no tenemos evidencia de que cada visitante aceptó el aviso de privacidad.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propuesta en tres pasos. El visitante se registra antes de llegar; recibe un pase con QR que se genera a partir de sus datos y su horario; y recepción lo valida escaneándolo. Con eso, cada visita queda registrada y Dirección recibe información todos los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lo ve el visitante. A la izquierda, el formulario con la identidad de HIXSA, que funciona en celular. El panel azul muestra la hora de entrada que eligió. A la derecha, la confirmación con su folio y su QR, que también le llega por correo.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personal entra con usuario y contraseña. En Consultas filtra por periodo, empresa o motivo, ve el estado de cada visita y si el pase se entregó. Puede descargar un CSV o enviar el reporte por correo a quien lo necesite.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Configuración, que solo ve el administrador, se dan de alta los usuarios de consulta, se cambian roles, se desactivan cuentas y se definen los correos que reciben reportes. Arrancamos con un único administrador, que da de alta a los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mañana a las 7, un proceso automático lee las visitas del día anterior, calcula indicadores y le pide a Claude un resumen ejecutivo con alertas. Importante: a la IA solo mandamos cifras; los nombres y la agenda se arman localmente. Si la IA no responde, el reporte sale igual con un resumen básico.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usa servicios administrados: no hay servidores que mantener. Cloudflare publica el sitio; Supabase guarda los datos, maneja usuarios y ejecuta la lógica de registro y reportes; Resend envía correos; GitHub guarda el código y corre el reporte diario. Claude Code se conecta a la base por MCP en modo de solo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decisiones de seguridad. Permisos mínimos por rol, verificados en la base de datos. Las llaves sensibles nunca llegan al navegador. El QR no expone datos personales y detecta alteraciones. Y cada registro guarda la aceptación del aviso de privacidad.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cuatro entregables del curso. Uno: el repositorio con todo el historial. Dos: la conexión por MCP y una skill para el reporte semanal, que antes se hacía a mano. Tres: el script diario con la API de Claude. Y cuatro, el proyecto integrador completo, que es lo que acaban de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construimos con Claude Code en seis iteraciones, una funcionalidad a la vez. Tres prácticas hicieron la diferencia: un archivo CLAUDE.md con las reglas del proyecto, probar todo antes de guardar cada cambio, y revisar cada propuesta de la IA antes de aceptarla.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la demo, cinco minutos. Registro una visita desde el celular, muestro el correo, valido el QR, consulto y envío el reporte, doy de alta un usuario, y muestro el reporte diario y la consulta por MCP desde Claude Code. Si falla la red, tengo capturas y el modo demostración.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avanzar pedimos cuatro decisiones: aprobar un piloto de 30 días en recepción; autorizar verificar un subdominio de correo para enviar pases a cualquier visitante; designar un administrador y quién recibe el reporte; y definir con Legal cuánto tiempo guardamos los datos. Gracias, quedo atento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HIXSA | Registro de visitas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Registro de visitas HIXSA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Del registro manual a un pase digital verificable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Proyecto integrador, curso Vibe Coding con Claude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Presentación a Dirección, octubre 2026</a:t>
            </a:r>
            <a:endParaRPr lang="en-US" sz="1400" dirty="0"/>
          </a:p>
        </p:txBody>
      </p:sp>
      <p:pic>
        <p:nvPicPr>
          <p:cNvPr id="5" name="captura celular" descr="/home/claude/shots/s-mov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502920"/>
            <a:ext cx="2697480" cy="5833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Hoy el registro de visitas es manual y sin datos</a:t>
            </a:r>
            <a:endParaRPr lang="en-US" sz="3200" dirty="0"/>
          </a:p>
        </p:txBody>
      </p:sp>
      <p:sp>
        <p:nvSpPr>
          <p:cNvPr id="3" name="tarjeta Sin aviso previo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clipboard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cono clipboard" descr="/home/claude/ppt/icons/clipboar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1374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aviso previo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468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Recepción se entera de la visita cuando la persona ya está en el lobby.</a:t>
            </a:r>
            <a:endParaRPr lang="en-US" sz="1500" dirty="0"/>
          </a:p>
        </p:txBody>
      </p:sp>
      <p:sp>
        <p:nvSpPr>
          <p:cNvPr id="8" name="tarjeta Sin comprobante"/>
          <p:cNvSpPr/>
          <p:nvPr/>
        </p:nvSpPr>
        <p:spPr>
          <a:xfrm>
            <a:off x="6172200" y="16002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ulo idcard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cono idcard" descr="/home/claude/ppt/icons/idcar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1374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comprobante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468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hay forma de verificar que una visita estaba programada ni su horario.</a:t>
            </a:r>
            <a:endParaRPr lang="en-US" sz="1500" dirty="0"/>
          </a:p>
        </p:txBody>
      </p:sp>
      <p:sp>
        <p:nvSpPr>
          <p:cNvPr id="13" name="tarjeta Sin datos para decidir"/>
          <p:cNvSpPr/>
          <p:nvPr/>
        </p:nvSpPr>
        <p:spPr>
          <a:xfrm>
            <a:off x="548640" y="384048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ulo chart"/>
          <p:cNvSpPr/>
          <p:nvPr/>
        </p:nvSpPr>
        <p:spPr>
          <a:xfrm>
            <a:off x="868680" y="42062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cono chart" descr="/home/claude/ppt/icons/cha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3776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datos para decidir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sabemos cuántas visitas recibimos, de qué empresas ni en qué horarios.</a:t>
            </a:r>
            <a:endParaRPr lang="en-US" sz="1500" dirty="0"/>
          </a:p>
        </p:txBody>
      </p:sp>
      <p:sp>
        <p:nvSpPr>
          <p:cNvPr id="18" name="tarjeta Privacidad sin evidencia"/>
          <p:cNvSpPr/>
          <p:nvPr/>
        </p:nvSpPr>
        <p:spPr>
          <a:xfrm>
            <a:off x="6172200" y="384048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irculo sign"/>
          <p:cNvSpPr/>
          <p:nvPr/>
        </p:nvSpPr>
        <p:spPr>
          <a:xfrm>
            <a:off x="6492240" y="42062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cono sign" descr="/home/claude/ppt/icons/sign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3776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sin evidencia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aviso de privacidad no queda aceptado de forma explícita por cada visitante.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Cada visita llega registrada y con un pase QR</a:t>
            </a:r>
            <a:endParaRPr lang="en-US" sz="3200" dirty="0"/>
          </a:p>
        </p:txBody>
      </p:sp>
      <p:sp>
        <p:nvSpPr>
          <p:cNvPr id="3" name="circulo mobile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o mobile" descr="/home/claude/ppt/icons/mobil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71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 visitante se registra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Desde su celular: datos, a quién visita, fecha y hora de entrada y salida, y acepta el aviso de privacidad.</a:t>
            </a:r>
            <a:endParaRPr lang="en-US" sz="1600" dirty="0"/>
          </a:p>
        </p:txBody>
      </p:sp>
      <p:sp>
        <p:nvSpPr>
          <p:cNvPr id="7" name="flecha 1"/>
          <p:cNvSpPr/>
          <p:nvPr/>
        </p:nvSpPr>
        <p:spPr>
          <a:xfrm>
            <a:off x="1874520" y="2103120"/>
            <a:ext cx="210312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irculo mail"/>
          <p:cNvSpPr/>
          <p:nvPr/>
        </p:nvSpPr>
        <p:spPr>
          <a:xfrm>
            <a:off x="4343400" y="17373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o mail" descr="/home/claude/ppt/icons/mai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9888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2971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Recibe su pase por correo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3840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código QR generado con su folio y su horario. También lo puede descargar en pantalla.</a:t>
            </a:r>
            <a:endParaRPr lang="en-US" sz="1600" dirty="0"/>
          </a:p>
        </p:txBody>
      </p:sp>
      <p:sp>
        <p:nvSpPr>
          <p:cNvPr id="12" name="flecha 2"/>
          <p:cNvSpPr/>
          <p:nvPr/>
        </p:nvSpPr>
        <p:spPr>
          <a:xfrm>
            <a:off x="5669280" y="2103120"/>
            <a:ext cx="210312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circulo qr"/>
          <p:cNvSpPr/>
          <p:nvPr/>
        </p:nvSpPr>
        <p:spPr>
          <a:xfrm>
            <a:off x="8138160" y="17373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o qr" descr="/home/claude/ppt/icons/qr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9888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38160" y="2971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Recepción lo valida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8138160" y="3840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Escanea el QR y el panel indica si el pase es válido y si está dentro de su horario.</a:t>
            </a:r>
            <a:endParaRPr lang="en-US" sz="1600" dirty="0"/>
          </a:p>
        </p:txBody>
      </p:sp>
      <p:sp>
        <p:nvSpPr>
          <p:cNvPr id="17" name="resultado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Resultado: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información de cada visita en tiempo real y un reporte para Dirección cada mañana, sin trabajo manual.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visitante se registra en menos de un minuto</a:t>
            </a:r>
            <a:endParaRPr lang="en-US" sz="3200" dirty="0"/>
          </a:p>
        </p:txBody>
      </p:sp>
      <p:sp>
        <p:nvSpPr>
          <p:cNvPr id="3" name="captura formulario marco"/>
          <p:cNvSpPr/>
          <p:nvPr/>
        </p:nvSpPr>
        <p:spPr>
          <a:xfrm>
            <a:off x="475488" y="1435608"/>
            <a:ext cx="5632704" cy="3401568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2365F">
                <a:alpha val="18000"/>
              </a:srgbClr>
            </a:outerShdw>
          </a:effectLst>
        </p:spPr>
      </p:sp>
      <p:pic>
        <p:nvPicPr>
          <p:cNvPr id="4" name="captura formulario" descr="/home/claude/shots/s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486400" cy="3255264"/>
          </a:xfrm>
          <a:prstGeom prst="rect">
            <a:avLst/>
          </a:prstGeom>
        </p:spPr>
      </p:pic>
      <p:sp>
        <p:nvSpPr>
          <p:cNvPr id="5" name="captura pase marco"/>
          <p:cNvSpPr/>
          <p:nvPr/>
        </p:nvSpPr>
        <p:spPr>
          <a:xfrm>
            <a:off x="6190488" y="1435608"/>
            <a:ext cx="5632704" cy="3401568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2365F">
                <a:alpha val="18000"/>
              </a:srgbClr>
            </a:outerShdw>
          </a:effectLst>
        </p:spPr>
      </p:sp>
      <p:pic>
        <p:nvPicPr>
          <p:cNvPr id="6" name="captura pase" descr="/home/claude/shots/s-p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486400" cy="32552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029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Elige fecha y hora de entrada y salida; el panel azul confirma su elección. El correo es obligatorio porque ahí llega el pase.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5029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 terminar ve su folio y su QR, puede descargarlo y lo recibe por correo con los datos de su visita.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personal consulta, exporta y envía reportes</a:t>
            </a:r>
            <a:endParaRPr lang="en-US" sz="3200" dirty="0"/>
          </a:p>
        </p:txBody>
      </p:sp>
      <p:sp>
        <p:nvSpPr>
          <p:cNvPr id="3" name="captura consultas marco"/>
          <p:cNvSpPr/>
          <p:nvPr/>
        </p:nvSpPr>
        <p:spPr>
          <a:xfrm>
            <a:off x="475488" y="1435608"/>
            <a:ext cx="7552944" cy="4544568"/>
          </a:xfrm>
          <a:prstGeom prst="roundRect">
            <a:avLst>
              <a:gd name="adj" fmla="val 241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2365F">
                <a:alpha val="18000"/>
              </a:srgbClr>
            </a:outerShdw>
          </a:effectLst>
        </p:spPr>
      </p:sp>
      <p:pic>
        <p:nvPicPr>
          <p:cNvPr id="4" name="captura consultas" descr="/home/claude/shots/s-consul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406640" cy="4398264"/>
          </a:xfrm>
          <a:prstGeom prst="rect">
            <a:avLst/>
          </a:prstGeom>
        </p:spPr>
      </p:pic>
      <p:sp>
        <p:nvSpPr>
          <p:cNvPr id="5" name="circulo search"/>
          <p:cNvSpPr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o search" descr="/home/claude/ppt/icons/search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916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00684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9006840" y="19019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Hoy, semana, mes, empresa, motivo o búsqueda por nombre y folio.</a:t>
            </a:r>
            <a:endParaRPr lang="en-US" sz="1350" dirty="0"/>
          </a:p>
        </p:txBody>
      </p:sp>
      <p:sp>
        <p:nvSpPr>
          <p:cNvPr id="9" name="circulo file"/>
          <p:cNvSpPr/>
          <p:nvPr/>
        </p:nvSpPr>
        <p:spPr>
          <a:xfrm>
            <a:off x="827532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o file" descr="/home/claude/ppt/icons/fil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889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00684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para Excel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9006840" y="29992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Descarga del detalle con un clic.</a:t>
            </a:r>
            <a:endParaRPr lang="en-US" sz="1350" dirty="0"/>
          </a:p>
        </p:txBody>
      </p:sp>
      <p:sp>
        <p:nvSpPr>
          <p:cNvPr id="13" name="circulo mail"/>
          <p:cNvSpPr/>
          <p:nvPr/>
        </p:nvSpPr>
        <p:spPr>
          <a:xfrm>
            <a:off x="8275320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o mail" descr="/home/claude/ppt/icons/mail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8862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0684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por correo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9006840" y="40965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Envío a Dirección o Seguridad con el CSV adjunto.</a:t>
            </a:r>
            <a:endParaRPr lang="en-US" sz="1350" dirty="0"/>
          </a:p>
        </p:txBody>
      </p:sp>
      <p:sp>
        <p:nvSpPr>
          <p:cNvPr id="17" name="circulo check"/>
          <p:cNvSpPr/>
          <p:nvPr/>
        </p:nvSpPr>
        <p:spPr>
          <a:xfrm>
            <a:off x="8275320" y="4846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o check" descr="/home/claude/ppt/icons/chec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498348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06840" y="4828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en vivo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9006840" y="51937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Programada, en curso o concluida, y si el pase llegó.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administrador controla accesos y reportes</a:t>
            </a:r>
            <a:endParaRPr lang="en-US" sz="3200" dirty="0"/>
          </a:p>
        </p:txBody>
      </p:sp>
      <p:sp>
        <p:nvSpPr>
          <p:cNvPr id="3" name="captura configuración marco"/>
          <p:cNvSpPr/>
          <p:nvPr/>
        </p:nvSpPr>
        <p:spPr>
          <a:xfrm>
            <a:off x="475488" y="1435608"/>
            <a:ext cx="6912864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2365F">
                <a:alpha val="18000"/>
              </a:srgbClr>
            </a:outerShdw>
          </a:effectLst>
        </p:spPr>
      </p:sp>
      <p:pic>
        <p:nvPicPr>
          <p:cNvPr id="4" name="captura configuración" descr="/home/claude/shots/s-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766560" cy="4014216"/>
          </a:xfrm>
          <a:prstGeom prst="rect">
            <a:avLst/>
          </a:prstGeom>
        </p:spPr>
      </p:pic>
      <p:graphicFrame>
        <p:nvGraphicFramePr>
          <p:cNvPr id="7" name="tabla ro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visitas y validar pases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Exportar y enviar reportes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 de alta usuarios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roles y desactivar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correos de reportes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635240" y="4434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usuario administrador inicial da de alta a los usuarios de consulta. Cada alta genera una contraseña temporal que la persona cambia al entrar.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Dirección recibe un resumen cada mañana, sin pedirlo</a:t>
            </a:r>
            <a:endParaRPr lang="en-US" sz="3200" dirty="0"/>
          </a:p>
        </p:txBody>
      </p:sp>
      <p:sp>
        <p:nvSpPr>
          <p:cNvPr id="3" name="marco reporte"/>
          <p:cNvSpPr/>
          <p:nvPr/>
        </p:nvSpPr>
        <p:spPr>
          <a:xfrm>
            <a:off x="475488" y="1435608"/>
            <a:ext cx="4078224" cy="4718304"/>
          </a:xfrm>
          <a:prstGeom prst="roundRect">
            <a:avLst>
              <a:gd name="adj" fmla="val 269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captura reporte" descr="/home/claude/ppt/reporte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931920" cy="4572000"/>
          </a:xfrm>
          <a:prstGeom prst="rect">
            <a:avLst/>
          </a:prstGeom>
        </p:spPr>
      </p:pic>
      <p:sp>
        <p:nvSpPr>
          <p:cNvPr id="5" name="circulo clock"/>
          <p:cNvSpPr/>
          <p:nvPr/>
        </p:nvSpPr>
        <p:spPr>
          <a:xfrm>
            <a:off x="5029200" y="1600200"/>
            <a:ext cx="621792" cy="62179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cono clock" descr="/home/claude/ppt/icons/clo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755648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97880" y="15819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07:00, lunes a viernes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897880" y="19842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ejecuta solo en GitHub Actions, sin que nadie lo lance.</a:t>
            </a:r>
            <a:endParaRPr lang="en-US" sz="1500" dirty="0"/>
          </a:p>
        </p:txBody>
      </p:sp>
      <p:sp>
        <p:nvSpPr>
          <p:cNvPr id="9" name="circulo chart"/>
          <p:cNvSpPr/>
          <p:nvPr/>
        </p:nvSpPr>
        <p:spPr>
          <a:xfrm>
            <a:off x="5029200" y="2715768"/>
            <a:ext cx="621792" cy="62179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cono chart" descr="/home/claude/ppt/icons/cha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87121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97880" y="26974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del día anterior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5897880" y="309981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Visitas, empresas, motivos, hora pico, pases no entregados.</a:t>
            </a:r>
            <a:endParaRPr lang="en-US" sz="1500" dirty="0"/>
          </a:p>
        </p:txBody>
      </p:sp>
      <p:sp>
        <p:nvSpPr>
          <p:cNvPr id="13" name="circulo robot"/>
          <p:cNvSpPr/>
          <p:nvPr/>
        </p:nvSpPr>
        <p:spPr>
          <a:xfrm>
            <a:off x="5029200" y="3831336"/>
            <a:ext cx="621792" cy="6217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o robot" descr="/home/claude/ppt/icons/robo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98678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897880" y="3813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con la API de Claude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5897880" y="421538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Redacta el resumen, hasta tres alertas y una recomendación del día.</a:t>
            </a:r>
            <a:endParaRPr lang="en-US" sz="1500" dirty="0"/>
          </a:p>
        </p:txBody>
      </p:sp>
      <p:sp>
        <p:nvSpPr>
          <p:cNvPr id="17" name="circulo eyeslash"/>
          <p:cNvSpPr/>
          <p:nvPr/>
        </p:nvSpPr>
        <p:spPr>
          <a:xfrm>
            <a:off x="5029200" y="4946904"/>
            <a:ext cx="621792" cy="62179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cono eyeslash" descr="/home/claude/ppt/icons/eyeslash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5102352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897880" y="492861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5897880" y="533095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la IA solo se envían cifras agregadas; nunca nombres ni correos.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Servicios administrados, sin servidores propios</a:t>
            </a:r>
            <a:endParaRPr lang="en-US" sz="3200" dirty="0"/>
          </a:p>
        </p:txBody>
      </p:sp>
      <p:pic>
        <p:nvPicPr>
          <p:cNvPr id="3" name="diagrama arquitectura" descr="/home/claude/mm/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4233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Cloudflare Pages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publica el sitio.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Supabase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guarda los datos, autentica y ejecuta la lógica.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Resend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envía los correos.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GitHub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guarda el código y corre la automatización.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Seguridad y privacidad desde el diseño</a:t>
            </a:r>
            <a:endParaRPr lang="en-US" sz="3200" dirty="0"/>
          </a:p>
        </p:txBody>
      </p:sp>
      <p:sp>
        <p:nvSpPr>
          <p:cNvPr id="3" name="circulo lock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cono lock" descr="/home/claude/ppt/icons/lo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54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mínimo por rol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público no puede leer ni escribir en la base. Consulta solo lee; solo el administrador cambia configuración. Probado rol por rol.</a:t>
            </a:r>
            <a:endParaRPr lang="en-US" sz="1500" dirty="0"/>
          </a:p>
        </p:txBody>
      </p:sp>
      <p:sp>
        <p:nvSpPr>
          <p:cNvPr id="7" name="circulo key"/>
          <p:cNvSpPr/>
          <p:nvPr/>
        </p:nvSpPr>
        <p:spPr>
          <a:xfrm>
            <a:off x="6172200" y="16002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cono key" descr="/home/claude/ppt/icons/key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554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Llaves secretas fuera del navegador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 credenciales con privilegios viven solo en el servidor y en secretos de GitHub, nunca en el sitio.</a:t>
            </a:r>
            <a:endParaRPr lang="en-US" sz="1500" dirty="0"/>
          </a:p>
        </p:txBody>
      </p:sp>
      <p:sp>
        <p:nvSpPr>
          <p:cNvPr id="11" name="circulo qr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cono qr" descr="/home/claude/ppt/icons/qr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verificable y sin datos personales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3891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Contiene folio y una huella del horario. Si alguien altera el pase, el panel indica que no coincide.</a:t>
            </a:r>
            <a:endParaRPr lang="en-US" sz="1500" dirty="0"/>
          </a:p>
        </p:txBody>
      </p:sp>
      <p:sp>
        <p:nvSpPr>
          <p:cNvPr id="15" name="circulo sign"/>
          <p:cNvSpPr/>
          <p:nvPr/>
        </p:nvSpPr>
        <p:spPr>
          <a:xfrm>
            <a:off x="6172200" y="3931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cono sign" descr="/home/claude/ppt/icons/sign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1148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3232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de privacidad aceptado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7132320" y="43891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registro guarda la aceptación explícita del aviso de privacidad de HIXSA.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Los cuatro entregables del curso, cumplidos</a:t>
            </a:r>
            <a:endParaRPr lang="en-US" sz="3200" dirty="0"/>
          </a:p>
        </p:txBody>
      </p:sp>
      <p:sp>
        <p:nvSpPr>
          <p:cNvPr id="3" name="entregable 1"/>
          <p:cNvSpPr/>
          <p:nvPr/>
        </p:nvSpPr>
        <p:spPr>
          <a:xfrm>
            <a:off x="548640" y="1600200"/>
            <a:ext cx="2606040" cy="393192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github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cono github" descr="/home/claude/ppt/icons/github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con historial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Historial de cambios en GitHub, un cambio por commit, y verificación automática en cada push.</a:t>
            </a:r>
            <a:endParaRPr lang="en-US" sz="1400" dirty="0"/>
          </a:p>
        </p:txBody>
      </p:sp>
      <p:sp>
        <p:nvSpPr>
          <p:cNvPr id="9" name="entregable 2"/>
          <p:cNvSpPr/>
          <p:nvPr/>
        </p:nvSpPr>
        <p:spPr>
          <a:xfrm>
            <a:off x="3383280" y="1600200"/>
            <a:ext cx="2606040" cy="393192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ulo plug"/>
          <p:cNvSpPr/>
          <p:nvPr/>
        </p:nvSpPr>
        <p:spPr>
          <a:xfrm>
            <a:off x="3657600" y="18745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cono plug" descr="/home/claude/ppt/icons/plug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880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skill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7033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Code consulta la base real por MCP (solo lectura). La skill arma el reporte semanal en minutos.</a:t>
            </a:r>
            <a:endParaRPr lang="en-US" sz="1400" dirty="0"/>
          </a:p>
        </p:txBody>
      </p:sp>
      <p:sp>
        <p:nvSpPr>
          <p:cNvPr id="15" name="entregable 3"/>
          <p:cNvSpPr/>
          <p:nvPr/>
        </p:nvSpPr>
        <p:spPr>
          <a:xfrm>
            <a:off x="6217920" y="1600200"/>
            <a:ext cx="2606040" cy="393192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ulo robot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o robot" descr="/home/claude/ppt/icons/robo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57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5528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2880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con API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7033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Reporte diario con API de Supabase y API de Claude, programado sin intervención manual.</a:t>
            </a:r>
            <a:endParaRPr lang="en-US" sz="1400" dirty="0"/>
          </a:p>
        </p:txBody>
      </p:sp>
      <p:sp>
        <p:nvSpPr>
          <p:cNvPr id="21" name="entregable 4"/>
          <p:cNvSpPr/>
          <p:nvPr/>
        </p:nvSpPr>
        <p:spPr>
          <a:xfrm>
            <a:off x="9052560" y="1600200"/>
            <a:ext cx="2606040" cy="3931920"/>
          </a:xfrm>
          <a:prstGeom prst="roundRect">
            <a:avLst>
              <a:gd name="adj" fmla="val 49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circulo code"/>
          <p:cNvSpPr/>
          <p:nvPr/>
        </p:nvSpPr>
        <p:spPr>
          <a:xfrm>
            <a:off x="932688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o code" descr="/home/claude/ppt/icons/cod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0574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789920" y="18288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2880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37033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Requerimiento, modelo de datos, código con Claude Code, integración y despliegue en producción.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Construido con Claude Code, una iteración a la vez</a:t>
            </a:r>
            <a:endParaRPr lang="en-US" sz="3200" dirty="0"/>
          </a:p>
        </p:txBody>
      </p:sp>
      <p:sp>
        <p:nvSpPr>
          <p:cNvPr id="3" name="línea de tiempo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hito 1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Formulario y base de datos</a:t>
            </a:r>
            <a:endParaRPr lang="en-US" sz="1400" dirty="0"/>
          </a:p>
        </p:txBody>
      </p:sp>
      <p:sp>
        <p:nvSpPr>
          <p:cNvPr id="7" name="hito 2"/>
          <p:cNvSpPr/>
          <p:nvPr/>
        </p:nvSpPr>
        <p:spPr>
          <a:xfrm>
            <a:off x="2496312" y="187452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404872" y="2606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Horario y pase QR</a:t>
            </a:r>
            <a:endParaRPr lang="en-US" sz="1400" dirty="0"/>
          </a:p>
        </p:txBody>
      </p:sp>
      <p:sp>
        <p:nvSpPr>
          <p:cNvPr id="10" name="hito 3"/>
          <p:cNvSpPr/>
          <p:nvPr/>
        </p:nvSpPr>
        <p:spPr>
          <a:xfrm>
            <a:off x="4352544" y="187452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5254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61104" y="2606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Panel con usuarios</a:t>
            </a:r>
            <a:endParaRPr lang="en-US" sz="1400" dirty="0"/>
          </a:p>
        </p:txBody>
      </p:sp>
      <p:sp>
        <p:nvSpPr>
          <p:cNvPr id="13" name="hito 4"/>
          <p:cNvSpPr/>
          <p:nvPr/>
        </p:nvSpPr>
        <p:spPr>
          <a:xfrm>
            <a:off x="6208776" y="187452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877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17336" y="2606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Reporte diario con IA</a:t>
            </a:r>
            <a:endParaRPr lang="en-US" sz="1400" dirty="0"/>
          </a:p>
        </p:txBody>
      </p:sp>
      <p:sp>
        <p:nvSpPr>
          <p:cNvPr id="16" name="hito 5"/>
          <p:cNvSpPr/>
          <p:nvPr/>
        </p:nvSpPr>
        <p:spPr>
          <a:xfrm>
            <a:off x="8065008" y="187452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73568" y="2606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MCP y skill</a:t>
            </a:r>
            <a:endParaRPr lang="en-US" sz="1400" dirty="0"/>
          </a:p>
        </p:txBody>
      </p:sp>
      <p:sp>
        <p:nvSpPr>
          <p:cNvPr id="19" name="hito 6"/>
          <p:cNvSpPr/>
          <p:nvPr/>
        </p:nvSpPr>
        <p:spPr>
          <a:xfrm>
            <a:off x="9921240" y="18745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21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2606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Documentación</a:t>
            </a:r>
            <a:endParaRPr lang="en-US" sz="1400" dirty="0"/>
          </a:p>
        </p:txBody>
      </p:sp>
      <p:sp>
        <p:nvSpPr>
          <p:cNvPr id="22" name="circulo file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o file" descr="/home/claude/ppt/icons/fil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982212"/>
            <a:ext cx="283464" cy="28346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80160" y="3858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2976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Memoria del proyecto: reglas de seguridad y convenciones que la IA respeta en cada sesión.</a:t>
            </a:r>
            <a:endParaRPr lang="en-US" sz="1400" dirty="0"/>
          </a:p>
        </p:txBody>
      </p:sp>
      <p:sp>
        <p:nvSpPr>
          <p:cNvPr id="26" name="circulo check"/>
          <p:cNvSpPr/>
          <p:nvPr/>
        </p:nvSpPr>
        <p:spPr>
          <a:xfrm>
            <a:off x="4297680" y="3840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o check" descr="/home/claude/ppt/icons/che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3982212"/>
            <a:ext cx="283464" cy="28346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029200" y="3858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antes de guardar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5029200" y="42976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de datos probada por rol, código verificado, QR leído y pantallas revisadas en celular.</a:t>
            </a:r>
            <a:endParaRPr lang="en-US" sz="1400" dirty="0"/>
          </a:p>
        </p:txBody>
      </p:sp>
      <p:sp>
        <p:nvSpPr>
          <p:cNvPr id="30" name="circulo users"/>
          <p:cNvSpPr/>
          <p:nvPr/>
        </p:nvSpPr>
        <p:spPr>
          <a:xfrm>
            <a:off x="8046720" y="3840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o users" descr="/home/claude/ppt/icons/user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2" y="3982212"/>
            <a:ext cx="283464" cy="28346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778240" y="3858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humana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8778240" y="42976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cambio se revisó antes de aceptarlo; los errores encontrados se corrigieron en el momento.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en vivo</a:t>
            </a:r>
            <a:endParaRPr lang="en-US" sz="3200" dirty="0"/>
          </a:p>
        </p:txBody>
      </p:sp>
      <p:sp>
        <p:nvSpPr>
          <p:cNvPr id="3" name="paso demo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6362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Registrar una visita desde el celular y mostrar el correo con el pase</a:t>
            </a:r>
            <a:endParaRPr lang="en-US" sz="1700" dirty="0"/>
          </a:p>
        </p:txBody>
      </p:sp>
      <p:sp>
        <p:nvSpPr>
          <p:cNvPr id="6" name="paso demo 2"/>
          <p:cNvSpPr/>
          <p:nvPr/>
        </p:nvSpPr>
        <p:spPr>
          <a:xfrm>
            <a:off x="548640" y="225856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134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Escanear el QR y validar el pase en el panel</a:t>
            </a:r>
            <a:endParaRPr lang="en-US" sz="1700" dirty="0"/>
          </a:p>
        </p:txBody>
      </p:sp>
      <p:sp>
        <p:nvSpPr>
          <p:cNvPr id="9" name="paso demo 3"/>
          <p:cNvSpPr/>
          <p:nvPr/>
        </p:nvSpPr>
        <p:spPr>
          <a:xfrm>
            <a:off x="548640" y="3008376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63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Filtrar las visitas de hoy y enviar el reporte por correo</a:t>
            </a:r>
            <a:endParaRPr lang="en-US" sz="1700" dirty="0"/>
          </a:p>
        </p:txBody>
      </p:sp>
      <p:sp>
        <p:nvSpPr>
          <p:cNvPr id="12" name="paso demo 4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130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Dar de alta un usuario de consulta</a:t>
            </a:r>
            <a:endParaRPr lang="en-US" sz="1700" dirty="0"/>
          </a:p>
        </p:txBody>
      </p:sp>
      <p:sp>
        <p:nvSpPr>
          <p:cNvPr id="15" name="paso demo 5"/>
          <p:cNvSpPr/>
          <p:nvPr/>
        </p:nvSpPr>
        <p:spPr>
          <a:xfrm>
            <a:off x="548640" y="450799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562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Mostrar el reporte diario generado con Claude</a:t>
            </a:r>
            <a:endParaRPr lang="en-US" sz="1700" dirty="0"/>
          </a:p>
        </p:txBody>
      </p:sp>
      <p:sp>
        <p:nvSpPr>
          <p:cNvPr id="18" name="paso demo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3126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Pedir a Claude Code el reporte semanal por MCP</a:t>
            </a:r>
            <a:endParaRPr lang="en-US" sz="1700" dirty="0"/>
          </a:p>
        </p:txBody>
      </p:sp>
      <p:sp>
        <p:nvSpPr>
          <p:cNvPr id="21" name="tiempo demo"/>
          <p:cNvSpPr/>
          <p:nvPr/>
        </p:nvSpPr>
        <p:spPr>
          <a:xfrm>
            <a:off x="7680960" y="1463040"/>
            <a:ext cx="3931920" cy="4526280"/>
          </a:xfrm>
          <a:prstGeom prst="roundRect">
            <a:avLst>
              <a:gd name="adj" fmla="val 3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1828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minutos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Plan B: capturas de esta presentación y el reporte en modo demostración.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Lo que pedimos a Dirección</a:t>
            </a:r>
            <a:endParaRPr lang="en-US" sz="3400" dirty="0"/>
          </a:p>
        </p:txBody>
      </p:sp>
      <p:sp>
        <p:nvSpPr>
          <p:cNvPr id="3" name="circulo check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o check" descr="/home/claude/ppt/icon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145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3619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un piloto de 30 días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965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En recepción de Torre Mitikah, con las visitas reales.</a:t>
            </a:r>
            <a:endParaRPr lang="en-US" sz="1500" dirty="0"/>
          </a:p>
        </p:txBody>
      </p:sp>
      <p:sp>
        <p:nvSpPr>
          <p:cNvPr id="7" name="circulo mail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o mail" descr="/home/claude/ppt/icons/mai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884932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0662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el dominio de correo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3639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Verificar un subdominio como visitas.hixsa.com para enviar pases a cualquier visitante.</a:t>
            </a:r>
            <a:endParaRPr lang="en-US" sz="1500" dirty="0"/>
          </a:p>
        </p:txBody>
      </p:sp>
      <p:sp>
        <p:nvSpPr>
          <p:cNvPr id="11" name="circulo shield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o shield" descr="/home/claude/ppt/icons/shiel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055364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87705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Designar responsables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30682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Un administrador del sistema y los destinatarios del reporte diario.</a:t>
            </a:r>
            <a:endParaRPr lang="en-US" sz="1500" dirty="0"/>
          </a:p>
        </p:txBody>
      </p:sp>
      <p:sp>
        <p:nvSpPr>
          <p:cNvPr id="15" name="circulo sign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o sign" descr="/home/claude/ppt/icons/sign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25796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0474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la retención de datos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4772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Con el área legal: cuánto tiempo se conservan los registros.</a:t>
            </a:r>
            <a:endParaRPr lang="en-US" sz="1500" dirty="0"/>
          </a:p>
        </p:txBody>
      </p:sp>
      <p:sp>
        <p:nvSpPr>
          <p:cNvPr id="19" name="preguntas"/>
          <p:cNvSpPr/>
          <p:nvPr/>
        </p:nvSpPr>
        <p:spPr>
          <a:xfrm>
            <a:off x="8503920" y="1600200"/>
            <a:ext cx="3063240" cy="4023360"/>
          </a:xfrm>
          <a:prstGeom prst="roundRect">
            <a:avLst>
              <a:gd name="adj" fmla="val 4179"/>
            </a:avLst>
          </a:prstGeom>
          <a:solidFill>
            <a:srgbClr val="1C4A7A"/>
          </a:solidFill>
          <a:ln w="12700">
            <a:solidFill>
              <a:srgbClr val="1C4A7A"/>
            </a:solidFill>
            <a:prstDash val="solid"/>
          </a:ln>
        </p:spPr>
      </p:sp>
      <p:pic>
        <p:nvPicPr>
          <p:cNvPr id="20" name="icono preguntas" descr="/home/claude/ppt/icons/question-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148840"/>
            <a:ext cx="1051560" cy="10515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503920" y="3429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2600" dirty="0"/>
          </a:p>
        </p:txBody>
      </p:sp>
      <p:sp>
        <p:nvSpPr>
          <p:cNvPr id="22" name="Text 15"/>
          <p:cNvSpPr txBox="1"/>
          <p:nvPr/>
        </p:nvSpPr>
        <p:spPr>
          <a:xfrm>
            <a:off x="850392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Gracias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XSA">
  <a:themeElements>
    <a:clrScheme name="HIXSA">
      <a:dk1>
        <a:srgbClr val="1C2A3A"/>
      </a:dk1>
      <a:lt1>
        <a:srgbClr val="FFFFFF"/>
      </a:lt1>
      <a:dk2>
        <a:srgbClr val="12365F"/>
      </a:dk2>
      <a:lt2>
        <a:srgbClr val="F4F7FA"/>
      </a:lt2>
      <a:accent1>
        <a:srgbClr val="1FA6DB"/>
      </a:accent1>
      <a:accent2>
        <a:srgbClr val="12365F"/>
      </a:accent2>
      <a:accent3>
        <a:srgbClr val="1E8A5A"/>
      </a:accent3>
      <a:accent4>
        <a:srgbClr val="C98A12"/>
      </a:accent4>
      <a:accent5>
        <a:srgbClr val="5B6B7F"/>
      </a:accent5>
      <a:accent6>
        <a:srgbClr val="D3DCE6"/>
      </a:accent6>
      <a:hlink>
        <a:srgbClr val="1478B8"/>
      </a:hlink>
      <a:folHlink>
        <a:srgbClr val="12365F"/>
      </a:folHlink>
    </a:clrScheme>
    <a:fontScheme name="HIXS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HIXSA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de visitas HIXSA</dc:title>
  <dc:subject>Proyecto integrador, curso Vibe Coding con Claude Code</dc:subject>
  <dc:creator>Equipo HIXSA</dc:creator>
  <cp:lastModifiedBy>Equipo HIXSA</cp:lastModifiedBy>
  <cp:revision>1</cp:revision>
  <dcterms:created xsi:type="dcterms:W3CDTF">2026-10-21T21:14:12Z</dcterms:created>
  <dcterms:modified xsi:type="dcterms:W3CDTF">2026-10-21T21:14:12Z</dcterms:modified>
</cp:coreProperties>
</file>